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/>
      <p:sp>
        <p:nvSpPr>
          <p:cNvPr id="2" name="ph2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572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  <p:sp>
        <p:nvSpPr>
          <p:cNvPr id="3" name="ph3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Relationship Id="rId3" Type="http://schemas.openxmlformats.org/officeDocument/2006/relationships/image" Target="../media/image5_2.png"/><Relationship Id="rId4" Type="http://schemas.openxmlformats.org/officeDocument/2006/relationships/image" Target="../media/image5_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Three things we heard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609600" y="1790700"/>
            <a:ext cx="3390900" cy="381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400" b="1" i="0" dirty="0"/>
              <a:t>Speed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09600" y="2305050"/>
            <a:ext cx="3390900" cy="1905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Teams want the first draft in minutes, not days, and they want it to look finished enough to share with a customer on the same call.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4438650" y="1847850"/>
            <a:ext cx="3467100" cy="381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400" b="1" i="0" dirty="0"/>
              <a:t>Clarity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4438650" y="2362200"/>
            <a:ext cx="3467100" cy="1905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People read a slide in a few seconds, so each one should carry one idea, set in type that is large enough to read from the back of a room.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8324850" y="1752600"/>
            <a:ext cx="3257550" cy="381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400" b="1" i="0" dirty="0"/>
              <a:t>Trust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8324850" y="2266950"/>
            <a:ext cx="3257550" cy="1905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Every mark, colour and face comes from the design system, so nobody has to check a deck by hand before it goes out to a partner.</a:t>
            </a:r>
          </a:p>
        </p:txBody>
      </p:sp>
      <p:sp>
        <p:nvSpPr>
          <p:cNvPr id="9" name="text9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Four ways in</a:t>
            </a:r>
          </a:p>
        </p:txBody>
      </p:sp>
      <p:sp>
        <p:nvSpPr>
          <p:cNvPr id="3" name="rect3"/>
          <p:cNvSpPr/>
          <p:nvPr/>
        </p:nvSpPr>
        <p:spPr>
          <a:xfrm>
            <a:off x="609600" y="1752600"/>
            <a:ext cx="2552700" cy="3810000"/>
          </a:xfrm>
          <a:prstGeom prst="roundRect">
            <a:avLst>
              <a:gd name="adj" fmla="val 4478"/>
            </a:avLst>
          </a:prstGeom>
          <a:solidFill>
            <a:srgbClr val="E8EAEE"/>
          </a:solidFill>
        </p:spPr>
        <p:txBody>
          <a:bodyPr/>
          <a:lstStyle/>
          <a:p/>
        </p:txBody>
      </p:sp>
      <p:sp>
        <p:nvSpPr>
          <p:cNvPr id="4" name="text4"/>
          <p:cNvSpPr txBox="1"/>
          <p:nvPr/>
        </p:nvSpPr>
        <p:spPr>
          <a:xfrm>
            <a:off x="800100" y="1981200"/>
            <a:ext cx="2171700" cy="335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Import</a:t>
            </a:r>
          </a:p>
          <a:p>
            <a:r>
              <a:rPr lang="en-US" sz="1500" b="0" i="0" dirty="0"/>
              <a:t>Drop in a deck or a pdf and every slide is read, kept and listed.</a:t>
            </a:r>
          </a:p>
        </p:txBody>
      </p:sp>
      <p:sp>
        <p:nvSpPr>
          <p:cNvPr id="5" name="rect5"/>
          <p:cNvSpPr/>
          <p:nvPr/>
        </p:nvSpPr>
        <p:spPr>
          <a:xfrm>
            <a:off x="3390900" y="1790700"/>
            <a:ext cx="2590800" cy="3733800"/>
          </a:xfrm>
          <a:prstGeom prst="roundRect">
            <a:avLst>
              <a:gd name="adj" fmla="val 4412"/>
            </a:avLst>
          </a:prstGeom>
          <a:solidFill>
            <a:srgbClr val="E8EAEE"/>
          </a:solidFill>
        </p:spPr>
        <p:txBody>
          <a:bodyPr/>
          <a:lstStyle/>
          <a:p/>
        </p:txBody>
      </p:sp>
      <p:sp>
        <p:nvSpPr>
          <p:cNvPr id="6" name="text6"/>
          <p:cNvSpPr txBox="1"/>
          <p:nvPr/>
        </p:nvSpPr>
        <p:spPr>
          <a:xfrm>
            <a:off x="3581400" y="2019300"/>
            <a:ext cx="2209800" cy="3276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Review</a:t>
            </a:r>
          </a:p>
          <a:p>
            <a:r>
              <a:rPr lang="en-US" sz="1500" b="0" i="0" dirty="0"/>
              <a:t>Keep, replace or remove each object, with the reason stated.</a:t>
            </a:r>
          </a:p>
        </p:txBody>
      </p:sp>
      <p:sp>
        <p:nvSpPr>
          <p:cNvPr id="7" name="rect7"/>
          <p:cNvSpPr/>
          <p:nvPr/>
        </p:nvSpPr>
        <p:spPr>
          <a:xfrm>
            <a:off x="6210300" y="1752600"/>
            <a:ext cx="2552700" cy="3810000"/>
          </a:xfrm>
          <a:prstGeom prst="roundRect">
            <a:avLst>
              <a:gd name="adj" fmla="val 4478"/>
            </a:avLst>
          </a:prstGeom>
          <a:solidFill>
            <a:srgbClr val="E8EAEE"/>
          </a:solidFill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6400800" y="1981200"/>
            <a:ext cx="2171700" cy="3352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Restyle</a:t>
            </a:r>
          </a:p>
          <a:p>
            <a:r>
              <a:rPr lang="en-US" sz="1500" b="0" i="0" dirty="0"/>
              <a:t>The design system supplies the type, colour and marks.</a:t>
            </a:r>
          </a:p>
        </p:txBody>
      </p:sp>
      <p:sp>
        <p:nvSpPr>
          <p:cNvPr id="9" name="rect9"/>
          <p:cNvSpPr/>
          <p:nvPr/>
        </p:nvSpPr>
        <p:spPr>
          <a:xfrm>
            <a:off x="8991600" y="1771650"/>
            <a:ext cx="2590800" cy="3771900"/>
          </a:xfrm>
          <a:prstGeom prst="roundRect">
            <a:avLst>
              <a:gd name="adj" fmla="val 4412"/>
            </a:avLst>
          </a:prstGeom>
          <a:solidFill>
            <a:srgbClr val="E8EAEE"/>
          </a:solidFill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9182100" y="2000250"/>
            <a:ext cx="2209800" cy="3314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Export</a:t>
            </a:r>
          </a:p>
          <a:p>
            <a:r>
              <a:rPr lang="en-US" sz="1500" b="0" i="0" dirty="0"/>
              <a:t>Open the result in Design or save it as a new deck.</a:t>
            </a:r>
          </a:p>
        </p:txBody>
      </p:sp>
      <p:sp>
        <p:nvSpPr>
          <p:cNvPr id="11" name="text11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Where the time goes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609600" y="1676400"/>
            <a:ext cx="5334000" cy="1809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Meetings</a:t>
            </a:r>
          </a:p>
          <a:p>
            <a:r>
              <a:rPr lang="en-US" sz="1600" b="0" i="0" dirty="0"/>
              <a:t>Most of the week goes to meetings that could have been a short written update shared before lunch.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248400" y="1714500"/>
            <a:ext cx="5334000" cy="17716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Searching</a:t>
            </a:r>
          </a:p>
          <a:p>
            <a:r>
              <a:rPr lang="en-US" sz="1600" b="0" i="0" dirty="0"/>
              <a:t>Finding the latest version of a file takes longer than it should, because copies live in four places.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609600" y="3962400"/>
            <a:ext cx="5295900" cy="18478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Rework</a:t>
            </a:r>
          </a:p>
          <a:p>
            <a:r>
              <a:rPr lang="en-US" sz="1600" b="0" i="0" dirty="0"/>
              <a:t>Slides are rebuilt by hand when the design system changes, one deck at a time, by whoever made them.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6248400" y="4000500"/>
            <a:ext cx="5334000" cy="1809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200" b="1" i="0" dirty="0"/>
              <a:t>Review</a:t>
            </a:r>
          </a:p>
          <a:p>
            <a:r>
              <a:rPr lang="en-US" sz="1600" b="0" i="0" dirty="0"/>
              <a:t>Approvals wait on one person who checks colours and marks by eye before anything goes out.</a:t>
            </a:r>
          </a:p>
        </p:txBody>
      </p:sp>
      <p:sp>
        <p:nvSpPr>
          <p:cNvPr id="7" name="text7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The year in numbers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609600" y="2038350"/>
            <a:ext cx="31623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5400" b="1" i="0" dirty="0"/>
              <a:t>42%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09600" y="2990850"/>
            <a:ext cx="3162300" cy="533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of orders ship on the day they are placed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4552950" y="2095500"/>
            <a:ext cx="31623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5400" b="1" i="0" dirty="0"/>
              <a:t>3.1M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4552950" y="3048000"/>
            <a:ext cx="3162300" cy="533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people reached by the spring campaign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8420100" y="2000250"/>
            <a:ext cx="31623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5400" b="1" i="0" dirty="0"/>
              <a:t>18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8420100" y="2952750"/>
            <a:ext cx="3162300" cy="533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countries with a local partner</a:t>
            </a:r>
          </a:p>
        </p:txBody>
      </p:sp>
      <p:sp>
        <p:nvSpPr>
          <p:cNvPr id="9" name="text9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Three sites</a:t>
            </a:r>
          </a:p>
        </p:txBody>
      </p:sp>
      <p:pic>
        <p:nvPicPr>
          <p:cNvPr id="3" name="site-nor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95500"/>
            <a:ext cx="3200400" cy="2000250"/>
          </a:xfrm>
          <a:prstGeom prst="rect">
            <a:avLst/>
          </a:prstGeom>
        </p:spPr>
      </p:pic>
      <p:pic>
        <p:nvPicPr>
          <p:cNvPr id="4" name="site-harbou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2152650"/>
            <a:ext cx="3238500" cy="1943100"/>
          </a:xfrm>
          <a:prstGeom prst="rect">
            <a:avLst/>
          </a:prstGeom>
        </p:spPr>
      </p:pic>
      <p:pic>
        <p:nvPicPr>
          <p:cNvPr id="5" name="site-hi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057400"/>
            <a:ext cx="3200400" cy="2019300"/>
          </a:xfrm>
          <a:prstGeom prst="rect">
            <a:avLst/>
          </a:prstGeom>
        </p:spPr>
      </p:pic>
      <p:sp>
        <p:nvSpPr>
          <p:cNvPr id="6" name="text6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Plan by region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609600" y="1752600"/>
            <a:ext cx="33528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1" i="0" dirty="0"/>
              <a:t>Region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4114800" y="17526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1" i="0" dirty="0"/>
              <a:t>First quarter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6400800" y="17526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1" i="0" dirty="0"/>
              <a:t>Second quarter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8686800" y="1752600"/>
            <a:ext cx="2895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1" i="0" dirty="0"/>
              <a:t>Owner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609600" y="2362200"/>
            <a:ext cx="33528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North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4114800" y="23622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Launch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6400800" y="23622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Grow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686800" y="2362200"/>
            <a:ext cx="2895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Ana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09600" y="2971800"/>
            <a:ext cx="33528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South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114800" y="29718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Pilot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6400800" y="29718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Launch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8686800" y="2971800"/>
            <a:ext cx="2895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Ben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609600" y="3581400"/>
            <a:ext cx="33528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East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114800" y="35814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Plan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6400800" y="35814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Pilot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686800" y="3581400"/>
            <a:ext cx="2895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Chen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609600" y="4191000"/>
            <a:ext cx="33528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West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4114800" y="41910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Launch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6400800" y="4191000"/>
            <a:ext cx="2133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Review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686800" y="4191000"/>
            <a:ext cx="2895600" cy="3429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600" b="0" i="0" dirty="0"/>
              <a:t>Dara</a:t>
            </a:r>
          </a:p>
        </p:txBody>
      </p:sp>
      <p:sp>
        <p:nvSpPr>
          <p:cNvPr id="23" name="text23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A picture over half the body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609600" y="1676400"/>
            <a:ext cx="10972800" cy="4000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The text box runs the full width of the slide.</a:t>
            </a:r>
          </a:p>
          <a:p>
            <a:r>
              <a:rPr lang="en-US" sz="2000" b="0" i="0" dirty="0"/>
              <a:t>Its lines are short, so they stay on the left.</a:t>
            </a:r>
          </a:p>
          <a:p>
            <a:r>
              <a:rPr lang="en-US" sz="2000" b="0" i="0" dirty="0"/>
              <a:t>The picture was dropped on top of the right half.</a:t>
            </a:r>
          </a:p>
        </p:txBody>
      </p:sp>
      <p:pic>
        <p:nvPicPr>
          <p:cNvPr id="4" name="laid-over-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905000"/>
            <a:ext cx="4572000" cy="2857500"/>
          </a:xfrm>
          <a:prstGeom prst="rect">
            <a:avLst/>
          </a:prstGeom>
        </p:spPr>
      </p:pic>
      <p:sp>
        <p:nvSpPr>
          <p:cNvPr id="5" name="text5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57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What PLAN stands for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762000" y="1676400"/>
            <a:ext cx="609600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4000" b="1" i="0" dirty="0"/>
              <a:t>P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1600200" y="1714500"/>
            <a:ext cx="9525000" cy="590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0" i="0" dirty="0"/>
              <a:t>Purpose, the one outcome the work serves and who it serves.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762000" y="2743200"/>
            <a:ext cx="609600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4000" b="1" i="0" dirty="0"/>
              <a:t>L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1600200" y="2781300"/>
            <a:ext cx="9525000" cy="590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0" i="0" dirty="0"/>
              <a:t>Limits, the time, money and people the work may use.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762000" y="3810000"/>
            <a:ext cx="609600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4000" b="1" i="0" dirty="0"/>
              <a:t>A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1600200" y="3848100"/>
            <a:ext cx="9525000" cy="590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0" i="0" dirty="0"/>
              <a:t>Actions, the steps in order, each with a name against it.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762000" y="4876800"/>
            <a:ext cx="609600" cy="666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4000" b="1" i="0" dirty="0"/>
              <a:t>N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1600200" y="4914900"/>
            <a:ext cx="9525000" cy="5905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800" b="0" i="0" dirty="0"/>
              <a:t>Next, the date the plan is looked at again and by whom.</a:t>
            </a:r>
          </a:p>
        </p:txBody>
      </p:sp>
      <p:sp>
        <p:nvSpPr>
          <p:cNvPr id="11" name="text11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200" b="0" i="0" dirty="0"/>
              <a:t>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8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Rebrand fixture: structures</dc:title>
  <dc:creator>Lolly</dc:creator>
  <cp:lastModifiedBy>Lolly</cp:lastModifiedBy>
  <dcterms:created xsi:type="dcterms:W3CDTF">2026-01-01T00:00:00Z</dcterms:created>
  <dcterms:modified xsi:type="dcterms:W3CDTF">2026-01-01T00:00:00Z</dcterms:modified>
</cp:coreProperties>
</file>