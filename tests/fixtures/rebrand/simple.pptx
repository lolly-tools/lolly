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limage1_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/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96000"/>
            <a:ext cx="914400" cy="228600"/>
          </a:xfrm>
          <a:prstGeom prst="rect">
            <a:avLst/>
          </a:prstGeom>
        </p:spPr>
      </p:pic>
      <p:sp>
        <p:nvSpPr>
          <p:cNvPr id="3" name="ph3"/>
          <p:cNvSpPr>
            <a:spLocks noGrp="1"/>
          </p:cNvSpPr>
          <p:nvPr>
            <p:ph type="title"/>
          </p:nvPr>
        </p:nvSpPr>
        <p:spPr>
          <a:xfrm>
            <a:off x="762000" y="1143000"/>
            <a:ext cx="10668000" cy="1047750"/>
          </a:xfrm>
          <a:prstGeom prst="rect">
            <a:avLst/>
          </a:prstGeom>
        </p:spPr>
        <p:txBody>
          <a:bodyPr anchor="t"/>
          <a:lstStyle>
            <a:lvl1pPr>
              <a:buNone/>
              <a:defRPr sz="1800"/>
            </a:lvl1pPr>
          </a:lstStyle>
          <a:p/>
        </p:txBody>
      </p:sp>
      <p:sp>
        <p:nvSpPr>
          <p:cNvPr id="4" name="ph4"/>
          <p:cNvSpPr>
            <a:spLocks noGrp="1"/>
          </p:cNvSpPr>
          <p:nvPr>
            <p:ph type="body" idx="1"/>
          </p:nvPr>
        </p:nvSpPr>
        <p:spPr>
          <a:xfrm>
            <a:off x="762000" y="2476500"/>
            <a:ext cx="10668000" cy="3238500"/>
          </a:xfrm>
          <a:prstGeom prst="rect">
            <a:avLst/>
          </a:prstGeom>
        </p:spPr>
        <p:txBody>
          <a:bodyPr anchor="t"/>
          <a:lstStyle>
            <a:lvl1pPr>
              <a:defRPr sz="1800"/>
            </a:lvl1pPr>
          </a:lstStyle>
          <a:p/>
        </p:txBody>
      </p:sp>
      <p:sp>
        <p:nvSpPr>
          <p:cNvPr id="5" name="ph5"/>
          <p:cNvSpPr>
            <a:spLocks noGrp="1"/>
          </p:cNvSpPr>
          <p:nvPr>
            <p:ph type="sldNum" idx="12"/>
          </p:nvPr>
        </p:nvSpPr>
        <p:spPr>
          <a:xfrm>
            <a:off x="10953750" y="6286500"/>
            <a:ext cx="571500" cy="285750"/>
          </a:xfrm>
          <a:prstGeom prst="rect">
            <a:avLst/>
          </a:prstGeom>
        </p:spPr>
        <p:txBody>
          <a:bodyPr anchor="t"/>
          <a:lstStyle>
            <a:lvl1pPr>
              <a:buNone/>
              <a:defRPr sz="1800"/>
            </a:lvl1pPr>
          </a:lstStyle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800">
          <a:solidFill>
            <a:schemeClr val="tx1"/>
          </a:solidFill>
          <a:latin typeface="+mj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2"/>
          <p:cNvSpPr/>
          <p:nvPr/>
        </p:nvSpPr>
        <p:spPr>
          <a:xfrm>
            <a:off x="0" y="381000"/>
            <a:ext cx="12192000" cy="533400"/>
          </a:xfrm>
          <a:prstGeom prst="rect">
            <a:avLst/>
          </a:prstGeom>
          <a:solidFill>
            <a:srgbClr val="1F4E79"/>
          </a:solidFill>
        </p:spPr>
        <p:txBody>
          <a:bodyPr/>
          <a:lstStyle/>
          <a:p/>
        </p:txBody>
      </p:sp>
      <p:sp>
        <p:nvSpPr>
          <p:cNvPr id="3" name="text3"/>
          <p:cNvSpPr>
            <a:spLocks noGrp="1"/>
          </p:cNvSpPr>
          <p:nvPr>
            <p:ph type="title"/>
          </p:nvPr>
        </p:nvSpPr>
        <p:spPr>
          <a:xfrm>
            <a:off x="762000" y="1143000"/>
            <a:ext cx="10668000" cy="1047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600" b="0" i="0" dirty="0"/>
              <a:t>Quarterly review</a:t>
            </a:r>
          </a:p>
        </p:txBody>
      </p:sp>
      <p:sp>
        <p:nvSpPr>
          <p:cNvPr id="4" name="text4"/>
          <p:cNvSpPr>
            <a:spLocks noGrp="1"/>
          </p:cNvSpPr>
          <p:nvPr>
            <p:ph type="body" idx="1"/>
          </p:nvPr>
        </p:nvSpPr>
        <p:spPr>
          <a:xfrm>
            <a:off x="762000" y="2476500"/>
            <a:ext cx="10668000" cy="3238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b="0" i="0" dirty="0"/>
              <a:t>Revenue held in every region.</a:t>
            </a:r>
          </a:p>
          <a:p>
            <a:pPr marL="342900" indent="-342900">
              <a:buFont typeface="Arial"/>
              <a:buChar char="•"/>
            </a:pPr>
            <a:r>
              <a:rPr lang="en-US" sz="2000" b="0" i="0" dirty="0"/>
              <a:t>Services grew faster than licences.</a:t>
            </a:r>
          </a:p>
        </p:txBody>
      </p:sp>
      <p:sp>
        <p:nvSpPr>
          <p:cNvPr id="5" name="text5"/>
          <p:cNvSpPr>
            <a:spLocks noGrp="1"/>
          </p:cNvSpPr>
          <p:nvPr>
            <p:ph type="sldNum" idx="12"/>
          </p:nvPr>
        </p:nvSpPr>
        <p:spPr>
          <a:xfrm>
            <a:off x="10953750" y="6286500"/>
            <a:ext cx="571500" cy="28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200" b="0" i="0" dirty="0"/>
              <a:t>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2"/>
          <p:cNvSpPr/>
          <p:nvPr/>
        </p:nvSpPr>
        <p:spPr>
          <a:xfrm>
            <a:off x="0" y="381000"/>
            <a:ext cx="12192000" cy="533400"/>
          </a:xfrm>
          <a:prstGeom prst="rect">
            <a:avLst/>
          </a:prstGeom>
          <a:solidFill>
            <a:srgbClr val="1F4E79"/>
          </a:solidFill>
        </p:spPr>
        <p:txBody>
          <a:bodyPr/>
          <a:lstStyle/>
          <a:p/>
        </p:txBody>
      </p:sp>
      <p:sp>
        <p:nvSpPr>
          <p:cNvPr id="3" name="text3"/>
          <p:cNvSpPr>
            <a:spLocks noGrp="1"/>
          </p:cNvSpPr>
          <p:nvPr>
            <p:ph type="title"/>
          </p:nvPr>
        </p:nvSpPr>
        <p:spPr>
          <a:xfrm>
            <a:off x="762000" y="1143000"/>
            <a:ext cx="10668000" cy="1047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600" b="0" i="0" dirty="0"/>
              <a:t>Where the growth came from</a:t>
            </a:r>
          </a:p>
        </p:txBody>
      </p:sp>
      <p:sp>
        <p:nvSpPr>
          <p:cNvPr id="4" name="text4"/>
          <p:cNvSpPr>
            <a:spLocks noGrp="1"/>
          </p:cNvSpPr>
          <p:nvPr>
            <p:ph type="body" idx="1"/>
          </p:nvPr>
        </p:nvSpPr>
        <p:spPr>
          <a:xfrm>
            <a:off x="762000" y="2476500"/>
            <a:ext cx="10668000" cy="3238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b="0" i="0" dirty="0"/>
              <a:t>Revenue held in every region.</a:t>
            </a:r>
          </a:p>
          <a:p>
            <a:pPr marL="342900" indent="-342900">
              <a:buFont typeface="Arial"/>
              <a:buChar char="•"/>
            </a:pPr>
            <a:r>
              <a:rPr lang="en-US" sz="2000" b="0" i="0" dirty="0"/>
              <a:t>Services grew faster than licences.</a:t>
            </a:r>
          </a:p>
        </p:txBody>
      </p:sp>
      <p:pic>
        <p:nvPicPr>
          <p:cNvPr id="5" name="ph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2857500"/>
            <a:ext cx="4572000" cy="2571750"/>
          </a:xfrm>
          <a:prstGeom prst="rect">
            <a:avLst/>
          </a:prstGeom>
        </p:spPr>
      </p:pic>
      <p:sp>
        <p:nvSpPr>
          <p:cNvPr id="6" name="text6"/>
          <p:cNvSpPr>
            <a:spLocks noGrp="1"/>
          </p:cNvSpPr>
          <p:nvPr>
            <p:ph type="sldNum" idx="12"/>
          </p:nvPr>
        </p:nvSpPr>
        <p:spPr>
          <a:xfrm>
            <a:off x="10953750" y="6286500"/>
            <a:ext cx="571500" cy="28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200" b="0" i="0" dirty="0"/>
              <a:t>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2"/>
          <p:cNvSpPr/>
          <p:nvPr/>
        </p:nvSpPr>
        <p:spPr>
          <a:xfrm>
            <a:off x="0" y="381000"/>
            <a:ext cx="12192000" cy="533400"/>
          </a:xfrm>
          <a:prstGeom prst="rect">
            <a:avLst/>
          </a:prstGeom>
          <a:solidFill>
            <a:srgbClr val="1F4E79"/>
          </a:solidFill>
        </p:spPr>
        <p:txBody>
          <a:bodyPr/>
          <a:lstStyle/>
          <a:p/>
        </p:txBody>
      </p:sp>
      <p:sp>
        <p:nvSpPr>
          <p:cNvPr id="3" name="text3"/>
          <p:cNvSpPr>
            <a:spLocks noGrp="1"/>
          </p:cNvSpPr>
          <p:nvPr>
            <p:ph type="title"/>
          </p:nvPr>
        </p:nvSpPr>
        <p:spPr>
          <a:xfrm>
            <a:off x="762000" y="1143000"/>
            <a:ext cx="10668000" cy="1047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600" b="0" i="0" dirty="0"/>
              <a:t>What we do next</a:t>
            </a:r>
          </a:p>
        </p:txBody>
      </p:sp>
      <p:sp>
        <p:nvSpPr>
          <p:cNvPr id="4" name="text4"/>
          <p:cNvSpPr>
            <a:spLocks noGrp="1"/>
          </p:cNvSpPr>
          <p:nvPr>
            <p:ph type="body" idx="1"/>
          </p:nvPr>
        </p:nvSpPr>
        <p:spPr>
          <a:xfrm>
            <a:off x="762000" y="2476500"/>
            <a:ext cx="10668000" cy="3238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b="0" i="0" dirty="0"/>
              <a:t>Revenue held in every region.</a:t>
            </a:r>
          </a:p>
          <a:p>
            <a:pPr marL="342900" indent="-342900">
              <a:buFont typeface="Arial"/>
              <a:buChar char="•"/>
            </a:pPr>
            <a:r>
              <a:rPr lang="en-US" sz="2000" b="0" i="0" dirty="0"/>
              <a:t>Services grew faster than licences.</a:t>
            </a:r>
          </a:p>
        </p:txBody>
      </p:sp>
      <p:sp>
        <p:nvSpPr>
          <p:cNvPr id="5" name="text5"/>
          <p:cNvSpPr>
            <a:spLocks noGrp="1"/>
          </p:cNvSpPr>
          <p:nvPr>
            <p:ph type="sldNum" idx="12"/>
          </p:nvPr>
        </p:nvSpPr>
        <p:spPr>
          <a:xfrm>
            <a:off x="10953750" y="6286500"/>
            <a:ext cx="571500" cy="28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200" b="0" i="0" dirty="0"/>
              <a:t>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Lolly">
  <a:themeElements>
    <a:clrScheme name="Loll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194D5"/>
      </a:accent1>
      <a:accent2>
        <a:srgbClr val="4DA46B"/>
      </a:accent2>
      <a:accent3>
        <a:srgbClr val="B28727"/>
      </a:accent3>
      <a:accent4>
        <a:srgbClr val="EFEFEF"/>
      </a:accent4>
      <a:accent5>
        <a:srgbClr val="A0A0A0"/>
      </a:accent5>
      <a:accent6>
        <a:srgbClr val="6B7280"/>
      </a:accent6>
      <a:hlink>
        <a:srgbClr val="336699"/>
      </a:hlink>
      <a:folHlink>
        <a:srgbClr val="6B7280"/>
      </a:folHlink>
    </a:clrScheme>
    <a:fontScheme name="Lolly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Loll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Lolly</Application>
  <Slides>3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Rebrand fixture: simple</dc:title>
  <dc:creator>Lolly</dc:creator>
  <cp:lastModifiedBy>Lolly</cp:lastModifiedBy>
  <dcterms:created xsi:type="dcterms:W3CDTF">2026-01-01T00:00:00Z</dcterms:created>
  <dcterms:modified xsi:type="dcterms:W3CDTF">2026-01-01T00:00:00Z</dcterms:modified>
</cp:coreProperties>
</file>