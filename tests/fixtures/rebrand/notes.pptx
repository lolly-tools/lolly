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</p:sldIdLst>
  <p:sldSz cx="12192000" cy="6858000"/>
  <p:notesSz cx="6858000" cy="12192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theme" Target="theme/theme1.xml"/><Relationship Id="rId6" Type="http://schemas.openxmlformats.org/officeDocument/2006/relationships/notesMaster" Target="notesMasters/notesMaster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6096000"/>
            <a:ext cx="5486400" cy="48768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</a:t>
            </a:r>
            <a:br>
              <a:rPr lang="en-US" dirty="0"/>
            </a:br>
            <a:r>
              <a:rPr lang="en-US" dirty="0"/>
              <a:t>Start at the river, then cross the first span.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TIMING</a:t>
            </a:r>
            <a:br>
              <a:rPr lang="en-US" dirty="0"/>
            </a:br>
            <a:r>
              <a:rPr lang="en-US" dirty="0"/>
              <a:t>Reveal the spans one at a time.</a:t>
            </a:r>
          </a:p>
          <a:p>
            <a:r>
              <a:rPr lang="en-US" dirty="0"/>
              <a:t>Sources: a synthetic fixture, written for plan 291.</a:t>
            </a:r>
          </a:p>
          <a:p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here.</a:t>
            </a:r>
            <a:br>
              <a:rPr lang="en-US" dirty="0"/>
            </a:br>
            <a:r>
              <a:rPr lang="en-US" dirty="0"/>
              <a:t>Ask the room before moving on.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/>
      <p:sp>
        <p:nvSpPr>
          <p:cNvPr id="2" name="ph2"/>
          <p:cNvSpPr>
            <a:spLocks noGrp="1"/>
          </p:cNvSpPr>
          <p:nvPr>
            <p:ph type="title"/>
          </p:nvPr>
        </p:nvSpPr>
        <p:spPr>
          <a:xfrm>
            <a:off x="762000" y="1143000"/>
            <a:ext cx="10668000" cy="1047750"/>
          </a:xfrm>
          <a:prstGeom prst="rect">
            <a:avLst/>
          </a:prstGeom>
        </p:spPr>
        <p:txBody>
          <a:bodyPr anchor="t"/>
          <a:lstStyle>
            <a:lvl1pPr>
              <a:buNone/>
              <a:defRPr sz="1800"/>
            </a:lvl1pPr>
          </a:lstStyle>
          <a:p/>
        </p:txBody>
      </p:sp>
      <p:sp>
        <p:nvSpPr>
          <p:cNvPr id="3" name="ph3"/>
          <p:cNvSpPr>
            <a:spLocks noGrp="1"/>
          </p:cNvSpPr>
          <p:nvPr>
            <p:ph type="body" idx="1"/>
          </p:nvPr>
        </p:nvSpPr>
        <p:spPr>
          <a:xfrm>
            <a:off x="762000" y="2476500"/>
            <a:ext cx="10668000" cy="3238500"/>
          </a:xfrm>
          <a:prstGeom prst="rect">
            <a:avLst/>
          </a:prstGeom>
        </p:spPr>
        <p:txBody>
          <a:bodyPr anchor="t"/>
          <a:lstStyle>
            <a:lvl1pPr>
              <a:defRPr sz="1800"/>
            </a:lvl1pPr>
          </a:lstStyle>
          <a:p/>
        </p:txBody>
      </p:sp>
      <p:sp>
        <p:nvSpPr>
          <p:cNvPr id="4" name="ph4"/>
          <p:cNvSpPr>
            <a:spLocks noGrp="1"/>
          </p:cNvSpPr>
          <p:nvPr>
            <p:ph type="sldNum" idx="12"/>
          </p:nvPr>
        </p:nvSpPr>
        <p:spPr>
          <a:xfrm>
            <a:off x="10953750" y="6286500"/>
            <a:ext cx="571500" cy="285750"/>
          </a:xfrm>
          <a:prstGeom prst="rect">
            <a:avLst/>
          </a:prstGeom>
        </p:spPr>
        <p:txBody>
          <a:bodyPr anchor="t"/>
          <a:lstStyle>
            <a:lvl1pPr>
              <a:buNone/>
              <a:defRPr sz="1800"/>
            </a:lvl1pPr>
          </a:lstStyle>
          <a:p/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2800">
          <a:solidFill>
            <a:schemeClr val="tx1"/>
          </a:solidFill>
          <a:latin typeface="+mj-lt"/>
        </a:defRPr>
      </a:lvl1pPr>
    </p:titleStyle>
    <p:bodyStyle>
      <a:lvl1pPr>
        <a:defRPr sz="1800">
          <a:solidFill>
            <a:schemeClr val="tx1"/>
          </a:solidFill>
          <a:latin typeface="+mn-lt"/>
        </a:defRPr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_1.png"/><Relationship Id="rId3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2"/>
          <p:cNvSpPr txBox="1"/>
          <p:nvPr/>
        </p:nvSpPr>
        <p:spPr>
          <a:xfrm>
            <a:off x="762000" y="762000"/>
            <a:ext cx="5715000" cy="266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200" b="1" i="0" dirty="0"/>
              <a:t>A SHORT HISTORY OF BRIDGES</a:t>
            </a:r>
          </a:p>
        </p:txBody>
      </p:sp>
      <p:sp>
        <p:nvSpPr>
          <p:cNvPr id="3" name="text3"/>
          <p:cNvSpPr>
            <a:spLocks noGrp="1"/>
          </p:cNvSpPr>
          <p:nvPr>
            <p:ph type="title"/>
          </p:nvPr>
        </p:nvSpPr>
        <p:spPr>
          <a:xfrm>
            <a:off x="762000" y="1143000"/>
            <a:ext cx="10668000" cy="1047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3600" b="0" i="0" dirty="0"/>
              <a:t>Five spans we built before the road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62000" y="2476500"/>
            <a:ext cx="5715000" cy="1905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2000" b="0" i="0" dirty="0"/>
              <a:t>Timber, stone, iron, steel and concrete.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h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3"/>
          <p:cNvSpPr>
            <a:spLocks noGrp="1"/>
          </p:cNvSpPr>
          <p:nvPr>
            <p:ph type="title"/>
          </p:nvPr>
        </p:nvSpPr>
        <p:spPr>
          <a:xfrm>
            <a:off x="762000" y="1143000"/>
            <a:ext cx="10668000" cy="1047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3600" b="0" i="0" dirty="0"/>
              <a:t>Who crosses here?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2"/>
          <p:cNvSpPr>
            <a:spLocks noGrp="1"/>
          </p:cNvSpPr>
          <p:nvPr>
            <p:ph type="title"/>
          </p:nvPr>
        </p:nvSpPr>
        <p:spPr>
          <a:xfrm>
            <a:off x="762000" y="1143000"/>
            <a:ext cx="10668000" cy="1047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3600" b="0" i="0" dirty="0"/>
              <a:t>What we do next</a:t>
            </a:r>
          </a:p>
        </p:txBody>
      </p:sp>
      <p:sp>
        <p:nvSpPr>
          <p:cNvPr id="3" name="text3"/>
          <p:cNvSpPr txBox="1"/>
          <p:nvPr/>
        </p:nvSpPr>
        <p:spPr>
          <a:xfrm>
            <a:off x="762000" y="5905500"/>
            <a:ext cx="57150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900" b="0" i="0" dirty="0"/>
              <a:t>Source: a synthetic fixture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Lolly">
  <a:themeElements>
    <a:clrScheme name="Lolly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194D5"/>
      </a:accent1>
      <a:accent2>
        <a:srgbClr val="4DA46B"/>
      </a:accent2>
      <a:accent3>
        <a:srgbClr val="B28727"/>
      </a:accent3>
      <a:accent4>
        <a:srgbClr val="EFEFEF"/>
      </a:accent4>
      <a:accent5>
        <a:srgbClr val="A0A0A0"/>
      </a:accent5>
      <a:accent6>
        <a:srgbClr val="6B7280"/>
      </a:accent6>
      <a:hlink>
        <a:srgbClr val="336699"/>
      </a:hlink>
      <a:folHlink>
        <a:srgbClr val="6B7280"/>
      </a:folHlink>
    </a:clrScheme>
    <a:fontScheme name="Lolly">
      <a:majorFont>
        <a:latin typeface="Calibri"/>
        <a:ea typeface="Calibri"/>
        <a:cs typeface="Calibri"/>
      </a:majorFont>
      <a:minorFont>
        <a:latin typeface="Calibri"/>
        <a:ea typeface="Calibri"/>
        <a:cs typeface="Calibri"/>
      </a:minorFont>
    </a:fontScheme>
    <a:fmtScheme name="Lolly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Lolly">
  <a:themeElements>
    <a:clrScheme name="Lolly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194D5"/>
      </a:accent1>
      <a:accent2>
        <a:srgbClr val="4DA46B"/>
      </a:accent2>
      <a:accent3>
        <a:srgbClr val="B28727"/>
      </a:accent3>
      <a:accent4>
        <a:srgbClr val="EFEFEF"/>
      </a:accent4>
      <a:accent5>
        <a:srgbClr val="A0A0A0"/>
      </a:accent5>
      <a:accent6>
        <a:srgbClr val="6B7280"/>
      </a:accent6>
      <a:hlink>
        <a:srgbClr val="336699"/>
      </a:hlink>
      <a:folHlink>
        <a:srgbClr val="6B7280"/>
      </a:folHlink>
    </a:clrScheme>
    <a:fontScheme name="Lolly">
      <a:majorFont>
        <a:latin typeface="Calibri"/>
        <a:ea typeface="Calibri"/>
        <a:cs typeface="Calibri"/>
      </a:majorFont>
      <a:minorFont>
        <a:latin typeface="Calibri"/>
        <a:ea typeface="Calibri"/>
        <a:cs typeface="Calibri"/>
      </a:minorFont>
    </a:fontScheme>
    <a:fmtScheme name="Lolly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Lolly</Application>
  <Slides>3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Rebrand fixture: notes</dc:title>
  <dc:creator>Lolly</dc:creator>
  <cp:lastModifiedBy>Lolly</cp:lastModifiedBy>
  <dcterms:created xsi:type="dcterms:W3CDTF">2026-01-01T00:00:00Z</dcterms:created>
  <dcterms:modified xsi:type="dcterms:W3CDTF">2026-01-01T00:00:00Z</dcterms:modified>
</cp:coreProperties>
</file>