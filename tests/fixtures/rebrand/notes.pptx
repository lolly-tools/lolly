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6096000"/>
            <a:ext cx="5486400" cy="4876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</a:t>
            </a:r>
            <a:br>
              <a:rPr lang="en-US" dirty="0"/>
            </a:br>
            <a:r>
              <a:rPr lang="en-US" dirty="0"/>
              <a:t>Start at the river, then cross the first span.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TIMING</a:t>
            </a:r>
            <a:br>
              <a:rPr lang="en-US" dirty="0"/>
            </a:br>
            <a:r>
              <a:rPr lang="en-US" dirty="0"/>
              <a:t>Reveal the spans one at a time.</a:t>
            </a:r>
          </a:p>
          <a:p>
            <a:r>
              <a:rPr lang="en-US" dirty="0"/>
              <a:t>Sources: a synthetic fixture, written for plan 291.</a:t>
            </a:r>
          </a:p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</a:t>
            </a:r>
          </a:p>
          <a:p>
            <a:r>
              <a:rPr lang="en-US" dirty="0"/>
              <a:t>Ask the room before moving 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/>
      <p:sp>
        <p:nvSpPr>
          <p:cNvPr id="2" name="ph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  <p:sp>
        <p:nvSpPr>
          <p:cNvPr id="3" name="ph3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</p:spPr>
        <p:txBody>
          <a:bodyPr anchor="t"/>
          <a:lstStyle>
            <a:lvl1pPr>
              <a:defRPr sz="1800"/>
            </a:lvl1pPr>
          </a:lstStyle>
          <a:p/>
        </p:txBody>
      </p:sp>
      <p:sp>
        <p:nvSpPr>
          <p:cNvPr id="4" name="ph4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 txBox="1"/>
          <p:nvPr/>
        </p:nvSpPr>
        <p:spPr>
          <a:xfrm>
            <a:off x="762000" y="762000"/>
            <a:ext cx="571500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1" i="0" dirty="0"/>
              <a:t>A SHORT HISTORY OF BRIDGES</a:t>
            </a:r>
          </a:p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Five spans we built before the road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2476500"/>
            <a:ext cx="5715000" cy="190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Timber, stone, iron, steel and concrete.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Who crosses here?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What we do next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5905500"/>
            <a:ext cx="5715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900" b="0" i="0" dirty="0"/>
              <a:t>Source: a synthetic fixture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3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Rebrand fixture: notes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