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limage1_1.png"/><Relationship Id="rId3" Type="http://schemas.openxmlformats.org/officeDocument/2006/relationships/image" Target="../media/limage1_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/>
      <p:pic>
        <p:nvPicPr>
          <p:cNvPr id="2" name="mark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0" y="381000"/>
            <a:ext cx="1143000" cy="381000"/>
          </a:xfrm>
          <a:prstGeom prst="rect">
            <a:avLst/>
          </a:prstGeom>
        </p:spPr>
      </p:pic>
      <p:sp>
        <p:nvSpPr>
          <p:cNvPr id="3" name="ph3"/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76200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sv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2_2.sv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3_2.svg"/><Relationship Id="rId4" Type="http://schemas.openxmlformats.org/officeDocument/2006/relationships/image" Target="../media/image3_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Revenue by region</a:t>
            </a:r>
          </a:p>
        </p:txBody>
      </p:sp>
      <p:pic>
        <p:nvPicPr>
          <p:cNvPr id="3" name="vec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1905000"/>
            <a:ext cx="7620000" cy="3810000"/>
          </a:xfrm>
          <a:prstGeom prst="rect">
            <a:avLst/>
          </a:prstGeom>
        </p:spPr>
      </p:pic>
      <p:sp>
        <p:nvSpPr>
          <p:cNvPr id="4" name="path4"/>
          <p:cNvSpPr/>
          <p:nvPr/>
        </p:nvSpPr>
        <p:spPr>
          <a:xfrm>
            <a:off x="457200" y="6191250"/>
            <a:ext cx="1714500" cy="381000"/>
          </a:xfrm>
          <a:custGeom>
            <a:avLst/>
            <a:gdLst/>
            <a:ahLst/>
            <a:cxnLst/>
            <a:rect l="0" t="0" r="1714500" b="381000"/>
            <a:pathLst>
              <a:path w="17145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0C322C"/>
          </a:solidFill>
        </p:spPr>
        <p:txBody>
          <a:bodyPr/>
          <a:lstStyle/>
          <a:p/>
        </p:txBody>
      </p:sp>
      <p:sp>
        <p:nvSpPr>
          <p:cNvPr id="5" name="path5"/>
          <p:cNvSpPr/>
          <p:nvPr/>
        </p:nvSpPr>
        <p:spPr>
          <a:xfrm>
            <a:off x="457200" y="6191250"/>
            <a:ext cx="1714500" cy="381000"/>
          </a:xfrm>
          <a:custGeom>
            <a:avLst/>
            <a:gdLst/>
            <a:ahLst/>
            <a:cxnLst/>
            <a:rect l="0" t="0" r="1714500" b="381000"/>
            <a:pathLst>
              <a:path w="1714500" h="381000">
                <a:moveTo>
                  <a:pt x="514350" y="95250"/>
                </a:moveTo>
                <a:lnTo>
                  <a:pt x="1714500" y="95250"/>
                </a:lnTo>
                <a:lnTo>
                  <a:pt x="1714500" y="285750"/>
                </a:lnTo>
                <a:lnTo>
                  <a:pt x="514350" y="285750"/>
                </a:lnTo>
                <a:close/>
              </a:path>
            </a:pathLst>
          </a:custGeom>
          <a:solidFill>
            <a:srgbClr val="30BA78"/>
          </a:solidFill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The same chart, one bar graded</a:t>
            </a:r>
          </a:p>
        </p:txBody>
      </p:sp>
      <p:pic>
        <p:nvPicPr>
          <p:cNvPr id="3" name="vec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1905000"/>
            <a:ext cx="7620000" cy="3810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200" b="0" i="0" dirty="0"/>
              <a:t>Too many parts, and a metafile</a:t>
            </a:r>
          </a:p>
        </p:txBody>
      </p:sp>
      <p:pic>
        <p:nvPicPr>
          <p:cNvPr id="3" name="vec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1905000"/>
            <a:ext cx="4572000" cy="3429000"/>
          </a:xfrm>
          <a:prstGeom prst="rect">
            <a:avLst/>
          </a:prstGeom>
        </p:spPr>
      </p:pic>
      <p:pic>
        <p:nvPicPr>
          <p:cNvPr id="4" name="metafi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857500" cy="1905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olly">
  <a:themeElements>
    <a:clrScheme name="Loll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4D5"/>
      </a:accent1>
      <a:accent2>
        <a:srgbClr val="4DA46B"/>
      </a:accent2>
      <a:accent3>
        <a:srgbClr val="B28727"/>
      </a:accent3>
      <a:accent4>
        <a:srgbClr val="EFEFEF"/>
      </a:accent4>
      <a:accent5>
        <a:srgbClr val="A0A0A0"/>
      </a:accent5>
      <a:accent6>
        <a:srgbClr val="6B7280"/>
      </a:accent6>
      <a:hlink>
        <a:srgbClr val="336699"/>
      </a:hlink>
      <a:folHlink>
        <a:srgbClr val="6B7280"/>
      </a:folHlink>
    </a:clrScheme>
    <a:fontScheme name="Lolly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Loll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3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vector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