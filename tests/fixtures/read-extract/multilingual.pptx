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6096000"/>
            <a:ext cx="5486400" cy="4876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reading order.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Η σειρά ανάγνωσης μετράει.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/>
      <p:sp>
        <p:nvSpPr>
          <p:cNvPr id="2" name="ph2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668000" cy="952500"/>
          </a:xfrm>
          <a:prstGeom prst="rect">
            <a:avLst/>
          </a:prstGeom>
        </p:spPr>
        <p:txBody>
          <a:bodyPr anchor="t"/>
          <a:lstStyle>
            <a:lvl1pPr>
              <a:buNone/>
              <a:defRPr sz="1800"/>
            </a:lvl1pPr>
          </a:lstStyle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 b="0" i="0" dirty="0"/>
              <a:t>Reading a file in many languages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762000" y="1905000"/>
            <a:ext cx="10668000" cy="571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0" i="0" dirty="0"/>
              <a:t>Every block keeps its page, its place and its source.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62000" y="2762250"/>
            <a:ext cx="10668000" cy="571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0" i="0" dirty="0"/>
              <a:t>Recognised words are never mixed with written ones.</a:t>
            </a:r>
          </a:p>
        </p:txBody>
      </p:sp>
      <p:pic>
        <p:nvPicPr>
          <p:cNvPr id="5" name="landscap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3810000"/>
            <a:ext cx="3048000" cy="17145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 b="0" i="0" dirty="0"/>
              <a:t>Lecture et extraction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762000" y="1905000"/>
            <a:ext cx="10668000" cy="571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0" i="0" dirty="0"/>
              <a:t>Évaluer la qualité de la reconnaissance, page après page.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62000" y="2762250"/>
            <a:ext cx="10668000" cy="571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0" i="0" dirty="0"/>
              <a:t>Les accents comptent : é, è, à, ç, ô et ï.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 b="0" i="0" dirty="0"/>
              <a:t>Größe und Übersicht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762000" y="1905000"/>
            <a:ext cx="10668000" cy="571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0" i="0" dirty="0"/>
              <a:t>Straße, Fußgänger und Bäume.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62000" y="2762250"/>
            <a:ext cx="10668000" cy="571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0" i="0" dirty="0"/>
              <a:t>Señales en español: año, niño y corazón.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 b="0" i="0" dirty="0"/>
              <a:t>Ανάγνωση κειμένου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762000" y="1905000"/>
            <a:ext cx="10668000" cy="571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0" i="0" dirty="0"/>
              <a:t>Κάθε σελίδα διαβάζεται με τη σειρά.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62000" y="2762250"/>
            <a:ext cx="10668000" cy="571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0" i="0" dirty="0"/>
              <a:t>Извлечение текста из файла.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 b="0" i="0" dirty="0"/>
              <a:t>文字を読み取る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762000" y="1905000"/>
            <a:ext cx="10668000" cy="5715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0" i="0" dirty="0"/>
              <a:t>استخراج النص من الملف</a:t>
            </a:r>
          </a:p>
        </p:txBody>
      </p:sp>
      <p:graphicFrame>
        <p:nvGraphicFramePr>
          <p:cNvPr id="4" name="table4"/>
          <p:cNvGraphicFramePr>
            <a:graphicFrameLocks noGrp="1"/>
          </p:cNvGraphicFramePr>
          <p:nvPr/>
        </p:nvGraphicFramePr>
        <p:xfrm>
          <a:off x="762000" y="3810000"/>
          <a:ext cx="5715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</a:tblGrid>
              <a:tr h="476250">
                <a:tc>
                  <a:txBody>
                    <a:bodyPr/>
                    <a:lstStyle/>
                    <a:p>
                      <a:r>
                        <a:rPr lang="en-US" sz="1600" b="0" i="0" dirty="0"/>
                        <a:t>Language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/>
                        <a:t>Word</a:t>
                      </a:r>
                    </a:p>
                  </a:txBody>
                  <a:tcPr marL="91440" marR="91440" marT="45720" marB="45720" anchor="ctr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lang="en-US" sz="1600" b="0" i="0" dirty="0"/>
                        <a:t>Deutsch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/>
                        <a:t>Wörterbuch</a:t>
                      </a:r>
                    </a:p>
                  </a:txBody>
                  <a:tcPr marL="91440" marR="91440" marT="45720" marB="45720" anchor="ctr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lang="en-US" sz="1600" b="0" i="0" dirty="0"/>
                        <a:t>Ελληνικά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/>
                        <a:t>λεξικό</a:t>
                      </a:r>
                    </a:p>
                  </a:txBody>
                  <a:tcPr marL="91440" marR="91440" marT="45720" marB="45720" anchor="ctr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lang="en-US" sz="1600" b="0" i="0" dirty="0"/>
                        <a:t>日本語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lang="en-US" sz="1600" b="0" i="0" dirty="0"/>
                        <a:t>辞書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olly">
  <a:themeElements>
    <a:clrScheme name="Loll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194D5"/>
      </a:accent1>
      <a:accent2>
        <a:srgbClr val="4DA46B"/>
      </a:accent2>
      <a:accent3>
        <a:srgbClr val="B28727"/>
      </a:accent3>
      <a:accent4>
        <a:srgbClr val="EFEFEF"/>
      </a:accent4>
      <a:accent5>
        <a:srgbClr val="A0A0A0"/>
      </a:accent5>
      <a:accent6>
        <a:srgbClr val="6B7280"/>
      </a:accent6>
      <a:hlink>
        <a:srgbClr val="336699"/>
      </a:hlink>
      <a:folHlink>
        <a:srgbClr val="6B7280"/>
      </a:folHlink>
    </a:clrScheme>
    <a:fontScheme name="Lolly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Loll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Lolly">
  <a:themeElements>
    <a:clrScheme name="Loll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194D5"/>
      </a:accent1>
      <a:accent2>
        <a:srgbClr val="4DA46B"/>
      </a:accent2>
      <a:accent3>
        <a:srgbClr val="B28727"/>
      </a:accent3>
      <a:accent4>
        <a:srgbClr val="EFEFEF"/>
      </a:accent4>
      <a:accent5>
        <a:srgbClr val="A0A0A0"/>
      </a:accent5>
      <a:accent6>
        <a:srgbClr val="6B7280"/>
      </a:accent6>
      <a:hlink>
        <a:srgbClr val="336699"/>
      </a:hlink>
      <a:folHlink>
        <a:srgbClr val="6B7280"/>
      </a:folHlink>
    </a:clrScheme>
    <a:fontScheme name="Lolly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Loll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Lolly</Application>
  <Slides>5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Read and extract fixture: many languages</dc:title>
  <dc:creator>Lolly</dc:creator>
  <cp:lastModifiedBy>Lolly</cp:lastModifiedBy>
  <dcterms:created xsi:type="dcterms:W3CDTF">2026-01-01T00:00:00Z</dcterms:created>
  <dcterms:modified xsi:type="dcterms:W3CDTF">2026-01-01T00:00:00Z</dcterms:modified>
</cp:coreProperties>
</file>