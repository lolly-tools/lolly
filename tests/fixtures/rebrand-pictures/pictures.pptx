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Lolly">
  <a:themeElements>
    <a:clrScheme name="Loll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194D5"/>
      </a:accent1>
      <a:accent2>
        <a:srgbClr val="4DA46B"/>
      </a:accent2>
      <a:accent3>
        <a:srgbClr val="B28727"/>
      </a:accent3>
      <a:accent4>
        <a:srgbClr val="EFEFEF"/>
      </a:accent4>
      <a:accent5>
        <a:srgbClr val="A0A0A0"/>
      </a:accent5>
      <a:accent6>
        <a:srgbClr val="6B7280"/>
      </a:accent6>
      <a:hlink>
        <a:srgbClr val="336699"/>
      </a:hlink>
      <a:folHlink>
        <a:srgbClr val="6B7280"/>
      </a:folHlink>
    </a:clrScheme>
    <a:fontScheme name="Lolly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Loll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Lolly</Application>
  <Slides>4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Rebrand fixture: pictures</dc:title>
  <dc:creator>Lolly</dc:creator>
  <cp:lastModifiedBy>Lolly</cp:lastModifiedBy>
  <dcterms:created xsi:type="dcterms:W3CDTF">2026-01-01T00:00:00Z</dcterms:created>
  <dcterms:modified xsi:type="dcterms:W3CDTF">2026-01-01T00:00:00Z</dcterms:modified>
</cp:coreProperties>
</file>